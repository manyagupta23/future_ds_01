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33CC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2F654-9739-4697-8E82-0A677F9D2242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EA7EB-A71F-4525-A54F-DB60EC59C437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50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2F654-9739-4697-8E82-0A677F9D2242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EA7EB-A71F-4525-A54F-DB60EC59C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5913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2F654-9739-4697-8E82-0A677F9D2242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EA7EB-A71F-4525-A54F-DB60EC59C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8012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2F654-9739-4697-8E82-0A677F9D2242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EA7EB-A71F-4525-A54F-DB60EC59C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030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2F654-9739-4697-8E82-0A677F9D2242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EA7EB-A71F-4525-A54F-DB60EC59C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009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2F654-9739-4697-8E82-0A677F9D2242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EA7EB-A71F-4525-A54F-DB60EC59C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306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2F654-9739-4697-8E82-0A677F9D2242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EA7EB-A71F-4525-A54F-DB60EC59C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2533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2F654-9739-4697-8E82-0A677F9D2242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EA7EB-A71F-4525-A54F-DB60EC59C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678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2F654-9739-4697-8E82-0A677F9D2242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EA7EB-A71F-4525-A54F-DB60EC59C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0161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2F654-9739-4697-8E82-0A677F9D2242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EA7EB-A71F-4525-A54F-DB60EC59C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1768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2F654-9739-4697-8E82-0A677F9D2242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EA7EB-A71F-4525-A54F-DB60EC59C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45172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2F654-9739-4697-8E82-0A677F9D2242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EA7EB-A71F-4525-A54F-DB60EC59C437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534457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2F654-9739-4697-8E82-0A677F9D2242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EA7EB-A71F-4525-A54F-DB60EC59C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1568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2F654-9739-4697-8E82-0A677F9D2242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EA7EB-A71F-4525-A54F-DB60EC59C437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405298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2F654-9739-4697-8E82-0A677F9D2242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EA7EB-A71F-4525-A54F-DB60EC59C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2945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2F654-9739-4697-8E82-0A677F9D2242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EA7EB-A71F-4525-A54F-DB60EC59C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88401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2F654-9739-4697-8E82-0A677F9D2242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EA7EB-A71F-4525-A54F-DB60EC59C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0859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A52F654-9739-4697-8E82-0A677F9D2242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3FEA7EB-A71F-4525-A54F-DB60EC59C4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1479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418D5-8D4C-9FEE-2807-DDDD86CDD9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b="1" i="1" dirty="0">
                <a:latin typeface="Bahnschrift SemiBold" panose="020B0502040204020203" pitchFamily="34" charset="0"/>
              </a:rPr>
              <a:t>Business Performance Overview</a:t>
            </a:r>
            <a:endParaRPr lang="en-IN" b="1" i="1" dirty="0">
              <a:latin typeface="Bahnschrift SemiBold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043C8F-DFD1-C0C6-DEB5-6E72C4B803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Jewellery Sales &amp; Profitability Analysis</a:t>
            </a:r>
          </a:p>
        </p:txBody>
      </p:sp>
    </p:spTree>
    <p:extLst>
      <p:ext uri="{BB962C8B-B14F-4D97-AF65-F5344CB8AC3E}">
        <p14:creationId xmlns:p14="http://schemas.microsoft.com/office/powerpoint/2010/main" val="249371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DC0959-4728-7DD7-818C-E045A6B90E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BUSINESS OBJECTIVE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1CB9EA9-F2F1-FE63-3CD4-A395A8F771C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84212" y="3909592"/>
            <a:ext cx="779893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Analyze jewelry sales performance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Identify revenue &amp; profit drivers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Understand customer and regional trends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Support data-driven business decisions</a:t>
            </a:r>
          </a:p>
        </p:txBody>
      </p:sp>
    </p:spTree>
    <p:extLst>
      <p:ext uri="{BB962C8B-B14F-4D97-AF65-F5344CB8AC3E}">
        <p14:creationId xmlns:p14="http://schemas.microsoft.com/office/powerpoint/2010/main" val="2946051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C49C0E-3613-E09C-8C75-B5266ECBB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4874" y="685800"/>
            <a:ext cx="4737738" cy="1371600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PMingLiU-ExtB" panose="02020500000000000000" pitchFamily="18" charset="-120"/>
                <a:ea typeface="PMingLiU-ExtB" panose="02020500000000000000" pitchFamily="18" charset="-120"/>
              </a:rPr>
              <a:t>KPI Summary</a:t>
            </a:r>
            <a:br>
              <a:rPr lang="en-US" b="1" dirty="0">
                <a:latin typeface="PMingLiU-ExtB" panose="02020500000000000000" pitchFamily="18" charset="-120"/>
                <a:ea typeface="PMingLiU-ExtB" panose="02020500000000000000" pitchFamily="18" charset="-120"/>
              </a:rPr>
            </a:br>
            <a:endParaRPr lang="en-IN" b="1" dirty="0">
              <a:latin typeface="PMingLiU-ExtB" panose="02020500000000000000" pitchFamily="18" charset="-120"/>
              <a:ea typeface="PMingLiU-ExtB" panose="02020500000000000000" pitchFamily="18" charset="-120"/>
            </a:endParaRPr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B9DBC01B-8570-B7B3-DBEB-7D93F2D481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399" y="2905722"/>
            <a:ext cx="4166365" cy="1713412"/>
          </a:xfrm>
        </p:spPr>
      </p:pic>
      <p:sp>
        <p:nvSpPr>
          <p:cNvPr id="17" name="Rectangle 3">
            <a:extLst>
              <a:ext uri="{FF2B5EF4-FFF2-40B4-BE49-F238E27FC236}">
                <a16:creationId xmlns:a16="http://schemas.microsoft.com/office/drawing/2014/main" id="{B854E21B-F955-6174-2EB0-5180D154350F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7085012" y="2655268"/>
            <a:ext cx="305679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Total Revenue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Total Profit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Total Quantity Sold</a:t>
            </a:r>
          </a:p>
        </p:txBody>
      </p:sp>
    </p:spTree>
    <p:extLst>
      <p:ext uri="{BB962C8B-B14F-4D97-AF65-F5344CB8AC3E}">
        <p14:creationId xmlns:p14="http://schemas.microsoft.com/office/powerpoint/2010/main" val="1994510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182F3-0270-C911-AF6A-0CE6EAD04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5012" y="685800"/>
            <a:ext cx="4632506" cy="1371600"/>
          </a:xfrm>
        </p:spPr>
        <p:txBody>
          <a:bodyPr>
            <a:noAutofit/>
          </a:bodyPr>
          <a:lstStyle/>
          <a:p>
            <a:r>
              <a:rPr lang="en-IN" sz="4400" b="1" dirty="0"/>
              <a:t>REVENUE TREND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8A65AF0-37B6-02A8-645B-A03ABEAE2D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6507" y="1894789"/>
            <a:ext cx="3563331" cy="3157978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A79A742A-E631-1699-4B6D-7273BDEC141A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6295841" y="2721256"/>
            <a:ext cx="542167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Revenue growth trend over time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Seasonal or yearly demand patterns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Helps in forecasting future sales</a:t>
            </a:r>
          </a:p>
        </p:txBody>
      </p:sp>
    </p:spTree>
    <p:extLst>
      <p:ext uri="{BB962C8B-B14F-4D97-AF65-F5344CB8AC3E}">
        <p14:creationId xmlns:p14="http://schemas.microsoft.com/office/powerpoint/2010/main" val="43084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97F21-16CF-A12D-8BC4-425E4B2D2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4619" y="685800"/>
            <a:ext cx="4897993" cy="1371600"/>
          </a:xfrm>
        </p:spPr>
        <p:txBody>
          <a:bodyPr>
            <a:noAutofit/>
          </a:bodyPr>
          <a:lstStyle/>
          <a:p>
            <a:r>
              <a:rPr lang="en-IN" sz="4400" b="1" dirty="0"/>
              <a:t>PRODUCT PERFORMANCE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F9F7F84-2FAB-ECF6-9DC6-2169D7CE68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388" y="1495164"/>
            <a:ext cx="3232438" cy="2935435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2AA60DD-B8B7-B95D-9306-6B89513ADCB3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5844619" y="2470603"/>
            <a:ext cx="489799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rgbClr val="FF33CC"/>
                </a:solidFill>
                <a:effectLst/>
                <a:latin typeface="Arial" panose="020B0604020202020204" pitchFamily="34" charset="0"/>
              </a:rPr>
              <a:t>Ring &amp; Earring contributes the highest share of revenue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2400" b="1" i="1" dirty="0">
                <a:solidFill>
                  <a:srgbClr val="FF33CC"/>
                </a:solidFill>
                <a:latin typeface="Arial" panose="020B0604020202020204" pitchFamily="34" charset="0"/>
              </a:rPr>
              <a:t>Pendant </a:t>
            </a: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rgbClr val="FF33CC"/>
                </a:solidFill>
                <a:effectLst/>
                <a:latin typeface="Arial" panose="020B0604020202020204" pitchFamily="34" charset="0"/>
              </a:rPr>
              <a:t>and other types support volume sales</a:t>
            </a:r>
          </a:p>
        </p:txBody>
      </p:sp>
    </p:spTree>
    <p:extLst>
      <p:ext uri="{BB962C8B-B14F-4D97-AF65-F5344CB8AC3E}">
        <p14:creationId xmlns:p14="http://schemas.microsoft.com/office/powerpoint/2010/main" val="1440883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4E089-E0D7-9AEC-2990-9DF304FA4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685800"/>
            <a:ext cx="4646612" cy="1371600"/>
          </a:xfrm>
        </p:spPr>
        <p:txBody>
          <a:bodyPr>
            <a:noAutofit/>
          </a:bodyPr>
          <a:lstStyle/>
          <a:p>
            <a:r>
              <a:rPr lang="en-IN" sz="4400" b="1" dirty="0"/>
              <a:t>PROFITABILITY ANALYSIS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2DA21AA-B41B-D910-50DE-85A9D37687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388" y="1847653"/>
            <a:ext cx="3475465" cy="2856321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E2FE94E-B45F-A34D-B4AE-97EA5DBDA393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6019783" y="2458430"/>
            <a:ext cx="552747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Certain categories deliver higher margins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Helps prioritize high-profit product</a:t>
            </a:r>
          </a:p>
        </p:txBody>
      </p:sp>
    </p:spTree>
    <p:extLst>
      <p:ext uri="{BB962C8B-B14F-4D97-AF65-F5344CB8AC3E}">
        <p14:creationId xmlns:p14="http://schemas.microsoft.com/office/powerpoint/2010/main" val="952098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87339-54C9-1668-9172-19F05722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1753" y="685800"/>
            <a:ext cx="4850859" cy="1371600"/>
          </a:xfrm>
        </p:spPr>
        <p:txBody>
          <a:bodyPr>
            <a:noAutofit/>
          </a:bodyPr>
          <a:lstStyle/>
          <a:p>
            <a:r>
              <a:rPr lang="en-IN" sz="4400" b="1" dirty="0"/>
              <a:t>CUSTOMER ANALYSIS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7BA9C21-8675-AC10-2B8B-B212BC1B1B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450" y="2209799"/>
            <a:ext cx="3338293" cy="3129699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F098A39A-E3A4-3C26-BAC6-04B68B59D49E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5420412" y="2585675"/>
            <a:ext cx="602372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∆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33CC"/>
                </a:solidFill>
                <a:effectLst/>
                <a:latin typeface="Arial" panose="020B0604020202020204" pitchFamily="34" charset="0"/>
              </a:rPr>
              <a:t>Repeat customers generate higher revenue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∆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33CC"/>
                </a:solidFill>
                <a:effectLst/>
                <a:latin typeface="Arial" panose="020B0604020202020204" pitchFamily="34" charset="0"/>
              </a:rPr>
              <a:t>Indicates strong customer retention value</a:t>
            </a:r>
          </a:p>
        </p:txBody>
      </p:sp>
    </p:spTree>
    <p:extLst>
      <p:ext uri="{BB962C8B-B14F-4D97-AF65-F5344CB8AC3E}">
        <p14:creationId xmlns:p14="http://schemas.microsoft.com/office/powerpoint/2010/main" val="2798032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22363-1377-4904-775A-BA8D12EDF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2264" y="685800"/>
            <a:ext cx="4530348" cy="1371600"/>
          </a:xfrm>
        </p:spPr>
        <p:txBody>
          <a:bodyPr>
            <a:noAutofit/>
          </a:bodyPr>
          <a:lstStyle/>
          <a:p>
            <a:r>
              <a:rPr lang="en-IN" sz="4400" b="1" dirty="0"/>
              <a:t>REGIONAL PERFORMANCE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43A0F64-B278-8655-CC5F-8A0D8929F1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511" y="2057400"/>
            <a:ext cx="3174449" cy="3167406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CE523B-88E7-8F34-FBBB-49C5BE1EC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Top-performing states identified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Regional focus can improve sales strategy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225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A8CC9-C1F4-13AA-5B8B-49AED1E50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4400" b="1" dirty="0"/>
              <a:t>DASHBOARD FEATURES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A6F323E-ED22-3A9C-FA83-1F497E796A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9683" y="883763"/>
            <a:ext cx="6627813" cy="5090473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92CA6453-87BD-5270-E13E-342C8B3FC11B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7085012" y="2439825"/>
            <a:ext cx="5106988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Slicers for Date, State, Jewelry Type, Customer Type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Dynamic filtering for deeper analysis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User-friendly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and business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b="1" dirty="0">
                <a:solidFill>
                  <a:srgbClr val="FF0000"/>
                </a:solidFill>
                <a:latin typeface="Arial" panose="020B0604020202020204" pitchFamily="34" charset="0"/>
              </a:rPr>
              <a:t>     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focused design</a:t>
            </a:r>
          </a:p>
        </p:txBody>
      </p:sp>
    </p:spTree>
    <p:extLst>
      <p:ext uri="{BB962C8B-B14F-4D97-AF65-F5344CB8AC3E}">
        <p14:creationId xmlns:p14="http://schemas.microsoft.com/office/powerpoint/2010/main" val="172725418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59</TotalTime>
  <Words>132</Words>
  <Application>Microsoft Office PowerPoint</Application>
  <PresentationFormat>Widescreen</PresentationFormat>
  <Paragraphs>32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PMingLiU-ExtB</vt:lpstr>
      <vt:lpstr>Arial</vt:lpstr>
      <vt:lpstr>Bahnschrift SemiBold</vt:lpstr>
      <vt:lpstr>Cambria</vt:lpstr>
      <vt:lpstr>Century Gothic</vt:lpstr>
      <vt:lpstr>Wingdings</vt:lpstr>
      <vt:lpstr>Wingdings 3</vt:lpstr>
      <vt:lpstr>Slice</vt:lpstr>
      <vt:lpstr> Business Performance Overview</vt:lpstr>
      <vt:lpstr>BUSINESS OBJECTIVE</vt:lpstr>
      <vt:lpstr>KPI Summary </vt:lpstr>
      <vt:lpstr>REVENUE TREND</vt:lpstr>
      <vt:lpstr>PRODUCT PERFORMANCE</vt:lpstr>
      <vt:lpstr>PROFITABILITY ANALYSIS</vt:lpstr>
      <vt:lpstr>CUSTOMER ANALYSIS</vt:lpstr>
      <vt:lpstr>REGIONAL PERFORMANCE</vt:lpstr>
      <vt:lpstr>DASHBOARD FEATURES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Sparsh Gupta</dc:creator>
  <cp:lastModifiedBy>Sparsh Gupta</cp:lastModifiedBy>
  <cp:revision>1</cp:revision>
  <dcterms:created xsi:type="dcterms:W3CDTF">2025-12-23T12:23:11Z</dcterms:created>
  <dcterms:modified xsi:type="dcterms:W3CDTF">2025-12-23T13:22:21Z</dcterms:modified>
</cp:coreProperties>
</file>